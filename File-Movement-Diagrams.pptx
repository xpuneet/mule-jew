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4816" y="665244"/>
            <a:ext cx="10058400" cy="30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F2328"/>
                </a:solidFill>
              </a:rPr>
              <a:t>Every integration: Source → Staging Blob → Destination, one leg at a time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954816" y="1179576"/>
            <a:ext cx="10286634" cy="751271"/>
          </a:xfrm>
          <a:prstGeom prst="roundRect">
            <a:avLst>
              <a:gd name="adj" fmla="val 5477"/>
            </a:avLst>
          </a:prstGeom>
          <a:solidFill>
            <a:srgbClr val="EEF0F2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1F2328"/>
                </a:solidFill>
              </a:rPr>
              <a:t>Azure Function timer (SchedulerName) reads the SQL config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1F2328"/>
                </a:solidFill>
              </a:rPr>
              <a:t>and runs the Synapse pipeline (PipelineName) for each leg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3093049" y="3288914"/>
            <a:ext cx="1473647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542886" y="3288914"/>
            <a:ext cx="1473647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98134" y="2450958"/>
            <a:ext cx="0" cy="28895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185977" y="2884383"/>
            <a:ext cx="1907073" cy="809061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F2328"/>
                </a:solidFill>
              </a:rPr>
              <a:t>Source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4653382" y="2768803"/>
            <a:ext cx="2889504" cy="1040221"/>
          </a:xfrm>
          <a:prstGeom prst="roundRect">
            <a:avLst>
              <a:gd name="adj" fmla="val 3956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F2328"/>
                </a:solidFill>
              </a:rPr>
              <a:t>Staging blob</a:t>
            </a:r>
            <a:endParaRPr lang="en-US" sz="1480" dirty="0"/>
          </a:p>
          <a:p>
            <a:pPr algn="ctr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BLOB0001 · delivery-staging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9103218" y="2884383"/>
            <a:ext cx="1907073" cy="809061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F2328"/>
                </a:solidFill>
              </a:rPr>
              <a:t>Destination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6098134" y="3809025"/>
            <a:ext cx="0" cy="288950"/>
          </a:xfrm>
          <a:prstGeom prst="line">
            <a:avLst/>
          </a:prstGeom>
          <a:noFill/>
          <a:ln w="15875">
            <a:solidFill>
              <a:srgbClr val="D0D7DE"/>
            </a:solidFill>
            <a:prstDash val="solid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3786530" y="4097975"/>
            <a:ext cx="4623206" cy="577901"/>
          </a:xfrm>
          <a:prstGeom prst="roundRect">
            <a:avLst>
              <a:gd name="adj" fmla="val 7120"/>
            </a:avLst>
          </a:prstGeom>
          <a:solidFill>
            <a:srgbClr val="FFFFFF"/>
          </a:solidFill>
          <a:ln w="15875">
            <a:solidFill>
              <a:srgbClr val="D0D7DE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archive keeps copies · error catches failures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10056754" y="3693444"/>
            <a:ext cx="0" cy="260055"/>
          </a:xfrm>
          <a:prstGeom prst="line">
            <a:avLst/>
          </a:prstGeom>
          <a:noFill/>
          <a:ln w="15875">
            <a:solidFill>
              <a:srgbClr val="D0D7DE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117665" y="3953500"/>
            <a:ext cx="1878178" cy="635691"/>
          </a:xfrm>
          <a:prstGeom prst="roundRect">
            <a:avLst>
              <a:gd name="adj" fmla="val 6473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1F2328"/>
                </a:solidFill>
              </a:rPr>
              <a:t>+ DROP_TOKEN</a:t>
            </a:r>
            <a:endParaRPr lang="en-US" sz="142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E7781"/>
                </a:solidFill>
              </a:rPr>
              <a:t>optional ack</a:t>
            </a:r>
            <a:endParaRPr lang="en-US" sz="1420" dirty="0"/>
          </a:p>
        </p:txBody>
      </p:sp>
      <p:sp>
        <p:nvSpPr>
          <p:cNvPr id="14" name="Text 12"/>
          <p:cNvSpPr txBox="1"/>
          <p:nvPr/>
        </p:nvSpPr>
        <p:spPr>
          <a:xfrm>
            <a:off x="3281233" y="2884961"/>
            <a:ext cx="109728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6E7781"/>
                </a:solidFill>
              </a:rPr>
              <a:t>PICKUP</a:t>
            </a:r>
            <a:endParaRPr lang="en-US" sz="1310" dirty="0"/>
          </a:p>
        </p:txBody>
      </p:sp>
      <p:sp>
        <p:nvSpPr>
          <p:cNvPr id="15" name="Text 13"/>
          <p:cNvSpPr txBox="1"/>
          <p:nvPr/>
        </p:nvSpPr>
        <p:spPr>
          <a:xfrm>
            <a:off x="7731069" y="2884961"/>
            <a:ext cx="109728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6E7781"/>
                </a:solidFill>
              </a:rPr>
              <a:t>DROP</a:t>
            </a:r>
            <a:endParaRPr lang="en-US" sz="1310" dirty="0"/>
          </a:p>
        </p:txBody>
      </p:sp>
      <p:sp>
        <p:nvSpPr>
          <p:cNvPr id="16" name="Text 14"/>
          <p:cNvSpPr txBox="1"/>
          <p:nvPr/>
        </p:nvSpPr>
        <p:spPr>
          <a:xfrm>
            <a:off x="5000854" y="2133690"/>
            <a:ext cx="219456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TRANSFORM — optional</a:t>
            </a:r>
            <a:endParaRPr lang="en-US" sz="1310" dirty="0"/>
          </a:p>
        </p:txBody>
      </p:sp>
      <p:sp>
        <p:nvSpPr>
          <p:cNvPr id="17" name="Text 15"/>
          <p:cNvSpPr txBox="1"/>
          <p:nvPr/>
        </p:nvSpPr>
        <p:spPr>
          <a:xfrm>
            <a:off x="1185977" y="4849824"/>
            <a:ext cx="1005840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Source and destination are each an SFTP server, a Blob container, or the Data Lake.</a:t>
            </a:r>
            <a:endParaRPr lang="en-US" sz="1310" dirty="0"/>
          </a:p>
        </p:txBody>
      </p:sp>
      <p:sp>
        <p:nvSpPr>
          <p:cNvPr id="18" name="Text 16"/>
          <p:cNvSpPr txBox="1"/>
          <p:nvPr/>
        </p:nvSpPr>
        <p:spPr>
          <a:xfrm>
            <a:off x="1185977" y="5109879"/>
            <a:ext cx="1005840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The staging blob (BLOB0001) is the hub every file passes through on its way out.</a:t>
            </a:r>
            <a:endParaRPr lang="en-US" sz="13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4816" y="665244"/>
            <a:ext cx="7315200" cy="30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F2328"/>
                </a:solidFill>
              </a:rPr>
              <a:t>How the four tables link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 flipV="1">
            <a:off x="4277746" y="1887504"/>
            <a:ext cx="4074201" cy="1242487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 flipV="1">
            <a:off x="4277746" y="3534522"/>
            <a:ext cx="4074201" cy="17337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77746" y="4285793"/>
            <a:ext cx="4074201" cy="895746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185977" y="2624328"/>
            <a:ext cx="3091769" cy="2167128"/>
          </a:xfrm>
          <a:prstGeom prst="roundRect">
            <a:avLst>
              <a:gd name="adj" fmla="val 1899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1F2328"/>
                </a:solidFill>
              </a:rPr>
              <a:t>FileActions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one row per leg (step)</a:t>
            </a:r>
            <a:endParaRPr lang="en-US" sz="159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ActionName</a:t>
            </a:r>
            <a:endParaRPr lang="en-US" sz="159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IntegrationKeyID</a:t>
            </a:r>
            <a:endParaRPr lang="en-US" sz="159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SourceID / DestinationID</a:t>
            </a:r>
            <a:endParaRPr lang="en-US" sz="159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PipelineName</a:t>
            </a:r>
            <a:endParaRPr lang="en-US" sz="1590" dirty="0"/>
          </a:p>
        </p:txBody>
      </p:sp>
      <p:sp>
        <p:nvSpPr>
          <p:cNvPr id="7" name="Text 5"/>
          <p:cNvSpPr/>
          <p:nvPr/>
        </p:nvSpPr>
        <p:spPr>
          <a:xfrm>
            <a:off x="8409737" y="1266261"/>
            <a:ext cx="2831714" cy="1242487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1F2328"/>
                </a:solidFill>
              </a:rPr>
              <a:t>FilesIntegration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one row per feed (header)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ID — primary key</a:t>
            </a:r>
            <a:endParaRPr lang="en-US" sz="1590" dirty="0"/>
          </a:p>
        </p:txBody>
      </p:sp>
      <p:sp>
        <p:nvSpPr>
          <p:cNvPr id="8" name="Text 6"/>
          <p:cNvSpPr/>
          <p:nvPr/>
        </p:nvSpPr>
        <p:spPr>
          <a:xfrm>
            <a:off x="8409737" y="2913278"/>
            <a:ext cx="2831714" cy="1242487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1F2328"/>
                </a:solidFill>
              </a:rPr>
              <a:t>SFTPConfig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one row per SFTP server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ID — primary key</a:t>
            </a:r>
            <a:endParaRPr lang="en-US" sz="1590" dirty="0"/>
          </a:p>
        </p:txBody>
      </p:sp>
      <p:sp>
        <p:nvSpPr>
          <p:cNvPr id="9" name="Text 7"/>
          <p:cNvSpPr/>
          <p:nvPr/>
        </p:nvSpPr>
        <p:spPr>
          <a:xfrm>
            <a:off x="8409737" y="4560296"/>
            <a:ext cx="2831714" cy="1242487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1F2328"/>
                </a:solidFill>
              </a:rPr>
              <a:t>BLOBConfig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one row per storage account</a:t>
            </a:r>
            <a:endParaRPr lang="en-US" sz="159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ID — primary key</a:t>
            </a:r>
            <a:endParaRPr lang="en-US" sz="1590" dirty="0"/>
          </a:p>
        </p:txBody>
      </p:sp>
      <p:sp>
        <p:nvSpPr>
          <p:cNvPr id="10" name="Text 8"/>
          <p:cNvSpPr txBox="1"/>
          <p:nvPr/>
        </p:nvSpPr>
        <p:spPr>
          <a:xfrm>
            <a:off x="5046574" y="2075900"/>
            <a:ext cx="210312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IntegrationKeyID</a:t>
            </a:r>
            <a:endParaRPr lang="en-US" sz="1310" dirty="0"/>
          </a:p>
        </p:txBody>
      </p:sp>
      <p:sp>
        <p:nvSpPr>
          <p:cNvPr id="11" name="Text 9"/>
          <p:cNvSpPr txBox="1"/>
          <p:nvPr/>
        </p:nvSpPr>
        <p:spPr>
          <a:xfrm>
            <a:off x="5126126" y="3246149"/>
            <a:ext cx="237744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SourceID / DestinationID</a:t>
            </a:r>
            <a:endParaRPr lang="en-US" sz="1310" dirty="0"/>
          </a:p>
        </p:txBody>
      </p:sp>
      <p:sp>
        <p:nvSpPr>
          <p:cNvPr id="12" name="Text 10"/>
          <p:cNvSpPr txBox="1"/>
          <p:nvPr/>
        </p:nvSpPr>
        <p:spPr>
          <a:xfrm>
            <a:off x="5024994" y="4127448"/>
            <a:ext cx="237744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SourceID / DestinationID</a:t>
            </a:r>
            <a:endParaRPr lang="en-US" sz="13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4816" y="636349"/>
            <a:ext cx="7315200" cy="30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F2328"/>
                </a:solidFill>
              </a:rPr>
              <a:t>The file-movement patterns, as shapes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711172" y="1613002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647139" y="1613002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11172" y="2277588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11172" y="2942173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47139" y="2942173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83107" y="2942173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11172" y="3606759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47139" y="3606759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11172" y="4271345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47139" y="4271345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83107" y="4271345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11172" y="4935931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47139" y="4935931"/>
            <a:ext cx="433426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54816" y="1482974"/>
            <a:ext cx="2194560" cy="25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328"/>
                </a:solidFill>
              </a:rPr>
              <a:t>Relay · 2 legs</a:t>
            </a:r>
            <a:endParaRPr lang="en-US" sz="1420" dirty="0"/>
          </a:p>
        </p:txBody>
      </p:sp>
      <p:sp>
        <p:nvSpPr>
          <p:cNvPr id="17" name="Text 15"/>
          <p:cNvSpPr txBox="1"/>
          <p:nvPr/>
        </p:nvSpPr>
        <p:spPr>
          <a:xfrm>
            <a:off x="954816" y="2147560"/>
            <a:ext cx="2194560" cy="25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328"/>
                </a:solidFill>
              </a:rPr>
              <a:t>Land only · 1 leg</a:t>
            </a:r>
            <a:endParaRPr lang="en-US" sz="1420" dirty="0"/>
          </a:p>
        </p:txBody>
      </p:sp>
      <p:sp>
        <p:nvSpPr>
          <p:cNvPr id="18" name="Text 16"/>
          <p:cNvSpPr txBox="1"/>
          <p:nvPr/>
        </p:nvSpPr>
        <p:spPr>
          <a:xfrm>
            <a:off x="954816" y="2812146"/>
            <a:ext cx="2194560" cy="25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328"/>
                </a:solidFill>
              </a:rPr>
              <a:t>Transform · 3 legs</a:t>
            </a:r>
            <a:endParaRPr lang="en-US" sz="1420" dirty="0"/>
          </a:p>
        </p:txBody>
      </p:sp>
      <p:sp>
        <p:nvSpPr>
          <p:cNvPr id="19" name="Text 17"/>
          <p:cNvSpPr txBox="1"/>
          <p:nvPr/>
        </p:nvSpPr>
        <p:spPr>
          <a:xfrm>
            <a:off x="954816" y="3476732"/>
            <a:ext cx="2194560" cy="25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328"/>
                </a:solidFill>
              </a:rPr>
              <a:t>Fan-out</a:t>
            </a:r>
            <a:endParaRPr lang="en-US" sz="1420" dirty="0"/>
          </a:p>
        </p:txBody>
      </p:sp>
      <p:sp>
        <p:nvSpPr>
          <p:cNvPr id="20" name="Text 18"/>
          <p:cNvSpPr txBox="1"/>
          <p:nvPr/>
        </p:nvSpPr>
        <p:spPr>
          <a:xfrm>
            <a:off x="954816" y="4141318"/>
            <a:ext cx="2194560" cy="25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328"/>
                </a:solidFill>
              </a:rPr>
              <a:t>Merge sources</a:t>
            </a:r>
            <a:endParaRPr lang="en-US" sz="1420" dirty="0"/>
          </a:p>
        </p:txBody>
      </p:sp>
      <p:sp>
        <p:nvSpPr>
          <p:cNvPr id="21" name="Text 19"/>
          <p:cNvSpPr txBox="1"/>
          <p:nvPr/>
        </p:nvSpPr>
        <p:spPr>
          <a:xfrm>
            <a:off x="954816" y="4805904"/>
            <a:ext cx="2194560" cy="25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328"/>
                </a:solidFill>
              </a:rPr>
              <a:t>Token add-on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3208630" y="1367394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Source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5144597" y="1367394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Staging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7080565" y="1367394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Destination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3208630" y="2031980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Source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5144597" y="2031980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Staging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3208630" y="2696566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Source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5144597" y="2696566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Staging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7080565" y="2696566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Transform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9016533" y="2696566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Destination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3208630" y="3361152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Source</a:t>
            </a:r>
            <a:endParaRPr lang="en-US" sz="1370" dirty="0"/>
          </a:p>
        </p:txBody>
      </p:sp>
      <p:sp>
        <p:nvSpPr>
          <p:cNvPr id="32" name="Text 30"/>
          <p:cNvSpPr/>
          <p:nvPr/>
        </p:nvSpPr>
        <p:spPr>
          <a:xfrm>
            <a:off x="5144597" y="3361152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Staging</a:t>
            </a:r>
            <a:endParaRPr lang="en-US" sz="1370" dirty="0"/>
          </a:p>
        </p:txBody>
      </p:sp>
      <p:sp>
        <p:nvSpPr>
          <p:cNvPr id="33" name="Text 31"/>
          <p:cNvSpPr/>
          <p:nvPr/>
        </p:nvSpPr>
        <p:spPr>
          <a:xfrm>
            <a:off x="7080565" y="3361152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Dest A + B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3208630" y="4025737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Src A + B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5144597" y="4025737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Staging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7080565" y="4025737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Transform</a:t>
            </a:r>
            <a:endParaRPr lang="en-US" sz="1370" dirty="0"/>
          </a:p>
        </p:txBody>
      </p:sp>
      <p:sp>
        <p:nvSpPr>
          <p:cNvPr id="37" name="Text 35"/>
          <p:cNvSpPr/>
          <p:nvPr/>
        </p:nvSpPr>
        <p:spPr>
          <a:xfrm>
            <a:off x="9016533" y="4025737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Destination</a:t>
            </a:r>
            <a:endParaRPr lang="en-US" sz="1370" dirty="0"/>
          </a:p>
        </p:txBody>
      </p:sp>
      <p:sp>
        <p:nvSpPr>
          <p:cNvPr id="38" name="Text 36"/>
          <p:cNvSpPr/>
          <p:nvPr/>
        </p:nvSpPr>
        <p:spPr>
          <a:xfrm>
            <a:off x="3208630" y="4690323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Staging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5144597" y="4690323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Destination</a:t>
            </a:r>
            <a:endParaRPr lang="en-US" sz="1370" dirty="0"/>
          </a:p>
        </p:txBody>
      </p:sp>
      <p:sp>
        <p:nvSpPr>
          <p:cNvPr id="40" name="Text 38"/>
          <p:cNvSpPr/>
          <p:nvPr/>
        </p:nvSpPr>
        <p:spPr>
          <a:xfrm>
            <a:off x="7080565" y="4690323"/>
            <a:ext cx="1502542" cy="491216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6E7781"/>
                </a:solidFill>
              </a:rPr>
              <a:t>token file</a:t>
            </a:r>
            <a:endParaRPr lang="en-US" sz="13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4816" y="636349"/>
            <a:ext cx="8229600" cy="30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F2328"/>
                </a:solidFill>
              </a:rPr>
              <a:t>Decision tree: pick the pattern from start and end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 flipV="1">
            <a:off x="2399568" y="2537643"/>
            <a:ext cx="664586" cy="693481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399568" y="3317809"/>
            <a:ext cx="664586" cy="1126907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399568" y="3404494"/>
            <a:ext cx="664586" cy="1733702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4797857" y="1497421"/>
            <a:ext cx="433426" cy="953536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4797857" y="2190902"/>
            <a:ext cx="433426" cy="317845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97857" y="2566538"/>
            <a:ext cx="433426" cy="317845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97857" y="2624328"/>
            <a:ext cx="433426" cy="953536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98410" y="1497421"/>
            <a:ext cx="288950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98410" y="2190902"/>
            <a:ext cx="288950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8410" y="2884383"/>
            <a:ext cx="288950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98410" y="3577864"/>
            <a:ext cx="288950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97857" y="4444716"/>
            <a:ext cx="2889504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97857" y="5138196"/>
            <a:ext cx="2889504" cy="0"/>
          </a:xfrm>
          <a:prstGeom prst="line">
            <a:avLst/>
          </a:prstGeom>
          <a:noFill/>
          <a:ln w="15875">
            <a:solidFill>
              <a:srgbClr val="8C929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54816" y="2999964"/>
            <a:ext cx="1444752" cy="635691"/>
          </a:xfrm>
          <a:prstGeom prst="roundRect">
            <a:avLst>
              <a:gd name="adj" fmla="val 6473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Where is the</a:t>
            </a:r>
            <a:endParaRPr lang="en-US" sz="1370" dirty="0"/>
          </a:p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file now?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3064154" y="2219797"/>
            <a:ext cx="1733702" cy="635691"/>
          </a:xfrm>
          <a:prstGeom prst="roundRect">
            <a:avLst>
              <a:gd name="adj" fmla="val 6473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On an SFTP</a:t>
            </a:r>
            <a:endParaRPr lang="en-US" sz="1370" dirty="0"/>
          </a:p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server</a:t>
            </a:r>
            <a:endParaRPr lang="en-US" sz="1370" dirty="0"/>
          </a:p>
        </p:txBody>
      </p:sp>
      <p:sp>
        <p:nvSpPr>
          <p:cNvPr id="18" name="Text 16"/>
          <p:cNvSpPr/>
          <p:nvPr/>
        </p:nvSpPr>
        <p:spPr>
          <a:xfrm>
            <a:off x="3064154" y="4126870"/>
            <a:ext cx="1733702" cy="635691"/>
          </a:xfrm>
          <a:prstGeom prst="roundRect">
            <a:avLst>
              <a:gd name="adj" fmla="val 6473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In the Data</a:t>
            </a:r>
            <a:endParaRPr lang="en-US" sz="1370" dirty="0"/>
          </a:p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Lake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3064154" y="4820351"/>
            <a:ext cx="1733702" cy="635691"/>
          </a:xfrm>
          <a:prstGeom prst="roundRect">
            <a:avLst>
              <a:gd name="adj" fmla="val 6473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In a Blob</a:t>
            </a:r>
            <a:endParaRPr lang="en-US" sz="1370" dirty="0"/>
          </a:p>
          <a:p>
            <a:pPr algn="ctr" indent="0" marL="0">
              <a:buNone/>
            </a:pPr>
            <a:r>
              <a:rPr lang="en-US" sz="1370" dirty="0">
                <a:solidFill>
                  <a:srgbClr val="1F2328"/>
                </a:solidFill>
              </a:rPr>
              <a:t>folder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5231282" y="1266261"/>
            <a:ext cx="2167128" cy="462321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1F2328"/>
                </a:solidFill>
              </a:rPr>
              <a:t>to another SFTP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5231282" y="1959742"/>
            <a:ext cx="2167128" cy="462321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1F2328"/>
                </a:solidFill>
              </a:rPr>
              <a:t>to a Blob folder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5231282" y="2653223"/>
            <a:ext cx="2167128" cy="462321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1F2328"/>
                </a:solidFill>
              </a:rPr>
              <a:t>to the Data Lake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31282" y="3346704"/>
            <a:ext cx="2167128" cy="462321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15875">
            <a:solidFill>
              <a:srgbClr val="8C929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1F2328"/>
                </a:solidFill>
              </a:rPr>
              <a:t>stays in staging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7687361" y="1237366"/>
            <a:ext cx="3554090" cy="520111"/>
          </a:xfrm>
          <a:prstGeom prst="roundRect">
            <a:avLst>
              <a:gd name="adj" fmla="val 7911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F2328"/>
                </a:solidFill>
              </a:rPr>
              <a:t>SFTP → SFTP via blob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7687361" y="1930847"/>
            <a:ext cx="3554090" cy="520111"/>
          </a:xfrm>
          <a:prstGeom prst="roundRect">
            <a:avLst>
              <a:gd name="adj" fmla="val 7911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F2328"/>
                </a:solidFill>
              </a:rPr>
              <a:t>SFTP → Blob relay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7687361" y="2624328"/>
            <a:ext cx="3554090" cy="520111"/>
          </a:xfrm>
          <a:prstGeom prst="roundRect">
            <a:avLst>
              <a:gd name="adj" fmla="val 7911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F2328"/>
                </a:solidFill>
              </a:rPr>
              <a:t>SFTP → Data Lake (+ token)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7687361" y="3317809"/>
            <a:ext cx="3554090" cy="520111"/>
          </a:xfrm>
          <a:prstGeom prst="roundRect">
            <a:avLst>
              <a:gd name="adj" fmla="val 7911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F2328"/>
                </a:solidFill>
              </a:rPr>
              <a:t>Land only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7687361" y="4184660"/>
            <a:ext cx="3554090" cy="520111"/>
          </a:xfrm>
          <a:prstGeom prst="roundRect">
            <a:avLst>
              <a:gd name="adj" fmla="val 7911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F2328"/>
                </a:solidFill>
              </a:rPr>
              <a:t>Outbound from Data Lake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7687361" y="4878141"/>
            <a:ext cx="3554090" cy="520111"/>
          </a:xfrm>
          <a:prstGeom prst="roundRect">
            <a:avLst>
              <a:gd name="adj" fmla="val 7911"/>
            </a:avLst>
          </a:prstGeom>
          <a:solidFill>
            <a:srgbClr val="2F6FEB">
              <a:alpha val="12000"/>
            </a:srgbClr>
          </a:solidFill>
          <a:ln w="25400">
            <a:solidFill>
              <a:srgbClr val="2F6FE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F2328"/>
                </a:solidFill>
              </a:rPr>
              <a:t>Blob → Blob relay</a:t>
            </a:r>
            <a:endParaRPr lang="en-US" sz="1370" dirty="0"/>
          </a:p>
        </p:txBody>
      </p:sp>
      <p:sp>
        <p:nvSpPr>
          <p:cNvPr id="30" name="Text 28"/>
          <p:cNvSpPr txBox="1"/>
          <p:nvPr/>
        </p:nvSpPr>
        <p:spPr>
          <a:xfrm>
            <a:off x="954816" y="5687780"/>
            <a:ext cx="1097280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Then layer on: + a TRANSFORM leg if the file must be reshaped before delivery;</a:t>
            </a:r>
            <a:endParaRPr lang="en-US" sz="1310" dirty="0"/>
          </a:p>
        </p:txBody>
      </p:sp>
      <p:sp>
        <p:nvSpPr>
          <p:cNvPr id="31" name="Text 29"/>
          <p:cNvSpPr txBox="1"/>
          <p:nvPr/>
        </p:nvSpPr>
        <p:spPr>
          <a:xfrm>
            <a:off x="954816" y="5947836"/>
            <a:ext cx="11247120" cy="23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6E7781"/>
                </a:solidFill>
              </a:rPr>
              <a:t>+ DROP2 / an extra PICKUP for several destinations or sources; + DROP_TOKEN if an ack is needed.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2026-10-26T14:53:21Z</dcterms:created>
  <dcterms:modified xsi:type="dcterms:W3CDTF">2026-10-26T14:53:21Z</dcterms:modified>
</cp:coreProperties>
</file>